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5" r:id="rId5"/>
    <p:sldId id="264" r:id="rId6"/>
    <p:sldId id="263" r:id="rId7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5222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82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3BE89-91BE-4D23-957C-C357D1B142C4}" type="datetimeFigureOut">
              <a:rPr lang="pl-PL" smtClean="0"/>
              <a:t>2018-04-24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2AE0B-71BF-4448-B26C-A52D5FDAE80A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3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11560" y="2924944"/>
            <a:ext cx="7772400" cy="1470025"/>
          </a:xfrm>
          <a:noFill/>
        </p:spPr>
        <p:txBody>
          <a:bodyPr>
            <a:noAutofit/>
          </a:bodyPr>
          <a:lstStyle/>
          <a:p>
            <a:r>
              <a:rPr lang="pl-PL" sz="6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Aplikacja mobilna „</a:t>
            </a:r>
            <a:r>
              <a:rPr lang="pl-PL" sz="66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WorkoutApp</a:t>
            </a:r>
            <a:r>
              <a:rPr lang="pl-PL" sz="6600" b="1" dirty="0">
                <a:solidFill>
                  <a:srgbClr val="425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br>
              <a:rPr lang="pl-PL" sz="6600" b="1" dirty="0">
                <a:solidFill>
                  <a:srgbClr val="425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pl-PL" sz="6600" b="1" dirty="0">
                <a:solidFill>
                  <a:srgbClr val="425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6600" b="1" i="1" dirty="0">
                <a:solidFill>
                  <a:srgbClr val="425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Postępy prac</a:t>
            </a:r>
          </a:p>
        </p:txBody>
      </p:sp>
      <p:pic>
        <p:nvPicPr>
          <p:cNvPr id="4" name="Symbol zastępczy zawartości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1843"/>
            <a:ext cx="9143993" cy="1087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1843"/>
            <a:ext cx="9143993" cy="1087692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1691680" y="260648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Podział zadań </a:t>
            </a:r>
          </a:p>
        </p:txBody>
      </p:sp>
      <p:sp>
        <p:nvSpPr>
          <p:cNvPr id="6" name="pole tekstowe 5"/>
          <p:cNvSpPr txBox="1"/>
          <p:nvPr/>
        </p:nvSpPr>
        <p:spPr>
          <a:xfrm>
            <a:off x="539552" y="1412776"/>
            <a:ext cx="7992888" cy="164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Skład zespołu i prace wykonane</a:t>
            </a:r>
          </a:p>
          <a:p>
            <a:endParaRPr lang="pl-PL" sz="2600" dirty="0"/>
          </a:p>
          <a:p>
            <a:pPr marL="457200" indent="-457200">
              <a:buBlip>
                <a:blip r:embed="rId3"/>
              </a:buBlip>
            </a:pPr>
            <a:r>
              <a:rPr lang="pl-PL" sz="2200" b="1" dirty="0">
                <a:latin typeface="+mj-lt"/>
              </a:rPr>
              <a:t>Paulina Hyz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 </a:t>
            </a:r>
            <a:r>
              <a:rPr lang="pl-PL" sz="2000" dirty="0">
                <a:latin typeface="+mj-lt"/>
              </a:rPr>
              <a:t>	</a:t>
            </a:r>
            <a:r>
              <a:rPr lang="pl-PL" sz="2000" dirty="0"/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A856DA-3078-4204-8D07-87EAA503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b="1" dirty="0"/>
              <a:t>Arkadiusz Sieczak</a:t>
            </a:r>
            <a:br>
              <a:rPr lang="pl-PL" b="1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3E26E9-9F11-4548-8068-30FCE9222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MenuActivity</a:t>
            </a:r>
            <a:r>
              <a:rPr lang="pl-PL" dirty="0"/>
              <a:t> – obsługa przycisków</a:t>
            </a:r>
          </a:p>
        </p:txBody>
      </p:sp>
      <p:pic>
        <p:nvPicPr>
          <p:cNvPr id="5" name="Obraz 4" descr="Obraz zawierający zrzut ekranu&#10;&#10;Opis wygenerowany przy bardzo wysokim poziomie pewności">
            <a:extLst>
              <a:ext uri="{FF2B5EF4-FFF2-40B4-BE49-F238E27FC236}">
                <a16:creationId xmlns:a16="http://schemas.microsoft.com/office/drawing/2014/main" id="{A4EA23AB-BB68-4B7D-BA7C-57292360E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132856"/>
            <a:ext cx="72866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62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38506C-49EC-4924-A538-C1C1EF01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Kod opisujący wygląd menu:</a:t>
            </a:r>
          </a:p>
        </p:txBody>
      </p:sp>
      <p:pic>
        <p:nvPicPr>
          <p:cNvPr id="4" name="Symbol zastępczy zawartości 8" descr="Obraz zawierający zrzut ekranu, tekst&#10;&#10;Opis wygenerowany przy wysokim poziomie pewności">
            <a:extLst>
              <a:ext uri="{FF2B5EF4-FFF2-40B4-BE49-F238E27FC236}">
                <a16:creationId xmlns:a16="http://schemas.microsoft.com/office/drawing/2014/main" id="{84E59842-DB90-47F1-BE85-CA4DA5002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700808"/>
            <a:ext cx="734481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83551" y="4633546"/>
            <a:ext cx="8579094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7350" y="5738691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59D42256-CB1E-4D52-9CE0-49CE20697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99" y="307731"/>
            <a:ext cx="2368599" cy="3997637"/>
          </a:xfrm>
          <a:prstGeom prst="rect">
            <a:avLst/>
          </a:prstGeom>
        </p:spPr>
      </p:pic>
      <p:pic>
        <p:nvPicPr>
          <p:cNvPr id="7" name="Obraz 6" descr="Obraz zawierający wewnątrz, podłoże&#10;&#10;Opis wygenerowany przy wysokim poziomie pewności">
            <a:extLst>
              <a:ext uri="{FF2B5EF4-FFF2-40B4-BE49-F238E27FC236}">
                <a16:creationId xmlns:a16="http://schemas.microsoft.com/office/drawing/2014/main" id="{16EC3881-D1CC-484D-BD0F-DC68FCDB3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757" y="307731"/>
            <a:ext cx="2558487" cy="3997637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01B27773-518A-476B-BAFD-5C602612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53" y="4756638"/>
            <a:ext cx="8354891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700" dirty="0">
                <a:solidFill>
                  <a:srgbClr val="FFFFFF"/>
                </a:solidFill>
              </a:rPr>
              <a:t>Menu + tryb treningu</a:t>
            </a:r>
            <a:endParaRPr lang="en-US" sz="4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080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794153-0B41-4C8D-9AE7-9AC816DE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F95D07-0044-44AA-B19D-783435A33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l-PL" sz="2200" b="1" dirty="0"/>
              <a:t>Wojciech Błasiak</a:t>
            </a:r>
            <a:endParaRPr lang="pl-PL" sz="22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pl-PL" sz="2000" dirty="0"/>
              <a:t>	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5126979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32</Words>
  <Application>Microsoft Office PowerPoint</Application>
  <PresentationFormat>Pokaz na ekranie (4:3)</PresentationFormat>
  <Paragraphs>12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9" baseType="lpstr">
      <vt:lpstr>Arial</vt:lpstr>
      <vt:lpstr>Calibri</vt:lpstr>
      <vt:lpstr>Motyw pakietu Office</vt:lpstr>
      <vt:lpstr>Aplikacja mobilna „WorkoutApp”  Postępy prac</vt:lpstr>
      <vt:lpstr>Prezentacja programu PowerPoint</vt:lpstr>
      <vt:lpstr>Arkadiusz Sieczak </vt:lpstr>
      <vt:lpstr>Kod opisujący wygląd menu:</vt:lpstr>
      <vt:lpstr>Menu + tryb treningu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toshiba</dc:creator>
  <cp:lastModifiedBy>Arkadiusz Sieczak</cp:lastModifiedBy>
  <cp:revision>25</cp:revision>
  <dcterms:created xsi:type="dcterms:W3CDTF">2018-04-16T19:17:51Z</dcterms:created>
  <dcterms:modified xsi:type="dcterms:W3CDTF">2018-04-23T22:32:51Z</dcterms:modified>
</cp:coreProperties>
</file>